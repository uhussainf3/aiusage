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640080" cy="64008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384048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AImpact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C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Productivity Intelligence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A932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D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Group  |  May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Track. Verify. Prove ROI.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 AI time savings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Verify with 3-layer approval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Report business value to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FDF4F2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86384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investing in AI tools — but how do we know it's working?"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how much time AI is actually saving across teams and projects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2103120"/>
            <a:ext cx="26517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210312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73552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ROI Proof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0712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cannot quantify the return on AI tool investment with verified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103120"/>
            <a:ext cx="26517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210312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89904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27064" y="3291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which projects and teams are actively adopting AI vs ignoring 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measurement, AI investment is a leap of faith.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AImpact Does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Verified Productivity Tracking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27248" y="2148840"/>
            <a:ext cx="274320" cy="274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8152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61888" y="2148840"/>
            <a:ext cx="274320" cy="274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1616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32004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265176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submit AI productivity claims with hours saved, tools used, and Jira ticket linked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1463040"/>
            <a:ext cx="2651760" cy="32004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463040"/>
            <a:ext cx="26517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18688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18688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55848" y="30175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witness confirms the AI usage on that ticket — eliminating self-reported guesswork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1463040"/>
            <a:ext cx="2651760" cy="32004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1463040"/>
            <a:ext cx="265176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1616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071616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08776" y="30175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 or Project Manager reviews, validates, and approves — creating an auditable record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verified — not self-reported guesswork.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— The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8288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91440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078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claim, per project, and per team member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4069080" cy="18288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914400"/>
            <a:ext cx="91440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1078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Value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157276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$45/hr industry estimate gives direct cost saving visibility to leadership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069080" cy="18288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Days Freed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53872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reclaimed — translate hours into headcount equivalent freed 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880360"/>
            <a:ext cx="4069080" cy="18288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88036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4068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353872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projects lead AI adoption and which need a push from 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FDF4F2"/>
          </a:solidFill>
          <a:ln w="12700">
            <a:solidFill>
              <a:srgbClr val="E8B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 get their own adoption dashboard — see which teams are driving results.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77640" cy="347472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9776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 submission with Jira integration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verification (submit → corroborate → approve)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PM adoption dashboard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tiers &amp; team leaderboard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977640" cy="347472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14400"/>
            <a:ext cx="397764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14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Coming 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Division-level structure (NetSuite, Dynamics, App Dev, Ecommerce, ML/AI)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Head oversight &amp; approval routing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Date-range filters on all reports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CSV export for board reporting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177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AImpact turns AI investment into a measurable, provable business advantage.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AImpact — AI Productivity Intelligence</dc:title>
  <dc:subject>PptxGenJS Presentation</dc:subject>
  <dc:creator>M1 Group</dc:creator>
  <cp:lastModifiedBy>M1 Group</cp:lastModifiedBy>
  <cp:revision>1</cp:revision>
  <dcterms:created xsi:type="dcterms:W3CDTF">2026-05-25T09:24:13Z</dcterms:created>
  <dcterms:modified xsi:type="dcterms:W3CDTF">2026-05-25T09:24:13Z</dcterms:modified>
</cp:coreProperties>
</file>