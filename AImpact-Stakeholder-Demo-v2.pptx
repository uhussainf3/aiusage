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75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640080" cy="64008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AImpact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C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Productivity Intelligence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mtClean="0">
                <a:solidFill>
                  <a:srgbClr val="F9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|  </a:t>
            </a:r>
            <a:r>
              <a:rPr lang="en-US" sz="1400" dirty="0">
                <a:solidFill>
                  <a:srgbClr val="F9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Track. Verify. Prove ROI.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 AI time savings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Verify with 3-layer approval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Report business value to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FDF4F2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86384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investing in AI tools — but how do we know it's working?"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how much time AI is actually saving across teams and projects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2103120"/>
            <a:ext cx="26517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210312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73552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ROI Proof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0712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cannot quantify the return on AI tool investment with verified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103120"/>
            <a:ext cx="26517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210312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89904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27064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which projects and teams are actively adopting AI vs ignoring 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measurement, AI investment is a leap of faith.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AImpact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Verified Productivity Tracking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8152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1616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651760" cy="32004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6517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submit AI productivity claims with hours saved, tools used, and Jira ticket linked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463040"/>
            <a:ext cx="2651760" cy="32004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463040"/>
            <a:ext cx="26517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18688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18688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55848" y="30175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witness confirms the AI usage on that ticket — eliminating self-reported guesswork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1616" y="1463040"/>
            <a:ext cx="2651760" cy="32004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463040"/>
            <a:ext cx="265176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71616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71616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08776" y="30175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or Project Manager reviews, validates, and approves — creating an auditable record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verified — not self-reported guesswork.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— The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8288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9144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078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claim, per project, and per team member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4069080" cy="18288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914400"/>
            <a:ext cx="91440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1078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Value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157276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$45/hr industry estimate gives direct cost saving visibility to leadership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069080" cy="18288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Days Freed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53872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reclaimed — translate hours into headcount equivalent freed 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4069080" cy="18288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88036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353872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projects lead AI adoption and which need a push from 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FDF4F2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 get their own adoption dashboard — see which teams are driving results.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77640" cy="37490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776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 submission with Jira integration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verification (submit → corroborate → approve)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PM adoption dashboard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tiers &amp; team leaderboard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 dashboard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977640" cy="37490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14400"/>
            <a:ext cx="39776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14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Coming 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corroboration confirmation flow — notify witness &amp; confirm via UI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Division-level structure (NetSuite, Dynamics, App Dev, Ecommerce, ML/AI)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Head oversight &amp; approval routing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filters on all reports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CSV export for board reporting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4828032"/>
            <a:ext cx="841248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AImpact turns AI investment into a measurable, provable business advantage.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363</Words>
  <Application>Microsoft Office PowerPoint</Application>
  <PresentationFormat>On-screen Show (16:9)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AImpact — AI Productivity Intelligence</dc:title>
  <dc:subject>PptxGenJS Presentation</dc:subject>
  <dc:creator>M1 Group</dc:creator>
  <cp:lastModifiedBy>Usman hussain</cp:lastModifiedBy>
  <cp:revision>2</cp:revision>
  <dcterms:created xsi:type="dcterms:W3CDTF">2026-05-25T09:38:04Z</dcterms:created>
  <dcterms:modified xsi:type="dcterms:W3CDTF">2026-05-25T10:25:38Z</dcterms:modified>
</cp:coreProperties>
</file>